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DocReader regression fixture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PPTX input and legacy PPT conversion</a:t>
            </a:r>
          </a:p>
        </p:txBody>
      </p:sp>
      <p:pic>
        <p:nvPicPr>
          <p:cNvPr id="4" name="Picture 3" descr="fixtur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114800"/>
            <a:ext cx="1828800" cy="1028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